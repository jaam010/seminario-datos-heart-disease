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600">
                <a:solidFill>
                  <a:srgbClr val="2E86AB"/>
                </a:solidFill>
                <a:latin typeface="Calibri"/>
              </a:rPr>
              <a:t>Análisis Exploratorio y Modelamiento del
Dataset Heart Disease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2000">
                <a:solidFill>
                  <a:srgbClr val="222222"/>
                </a:solidFill>
                <a:latin typeface="Calibri"/>
              </a:rPr>
              <a:t>Proyecto final – Seminario de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222222"/>
                </a:solidFill>
                <a:latin typeface="Calibri"/>
              </a:rPr>
              <a:t>Jaime Alberto Alzate Marulanda · Jhon Stiven Cortes Rivera · Juan David Leyton Ruiz · Pedro Manuel Mendoza Arias · Julián Rodas González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492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500">
                <a:solidFill>
                  <a:srgbClr val="222222"/>
                </a:solidFill>
                <a:latin typeface="Calibri"/>
              </a:rPr>
              <a:t>Desarrollo de Software, 9° semestre — Asesor: Wilson Andrés Ramírez Ríos — Institución Universitaria Pascual Bravo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500">
                <a:solidFill>
                  <a:srgbClr val="222222"/>
                </a:solidFill>
                <a:latin typeface="Calibri"/>
              </a:rPr>
              <a:t>Mayo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¿De qué se trata el proyecto?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Predecir enfermedad cardíaca con datos clínicos del paciente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Dataset: Heart Disease (Cleveland) del UCI – 303 pacientes y 14 variables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Tema de salud: las enfermedades del corazón son la primera causa de muerte en el mundo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El target es binario: 0 = sin enfermedad, 1 = con enfermedad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Cumple lo que pidió el profesor: tiene nulos, outliers y más de 10 variables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Por la cantidad de variables y correlaciones tiene sentido aplicar PCA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Metodología: CRISP-DM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El proceso estándar de ciencia de datos, lo que vimos en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1. Entender el negocio: ayudar al diagnóstico clínico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2. Entender los datos: dataset clínico, calidad regular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3. Preparar los datos: limpieza + imputación (Entregable 1)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4. Modelar: PCA + filtro de variables + 2 modelos (Entregable 2)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5. Evaluar: accuracy, F1, ROC-AUC, validación cruzada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Recap del Entregable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Lo que hicimos antes de modelar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Aplicamos Shapiro-Wilk: ninguna de las 6 variables continuas es normal (p &lt; 0.05)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Encontramos 6 nulos: 4 en ca y 2 en thal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La prueba de rachas mostró que los nulos de ca no son aleatorios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Detectamos 40 outliers con IQR, los traté con capping para no perder filas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Comparamos imputación por mediana vs por regresión bayesiana → me quedé con la segunda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PCA: ¿cuántos componentes necesitamos?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Con 8 componentes ya tenemos el 80% de la varianza</a:t>
            </a:r>
          </a:p>
        </p:txBody>
      </p:sp>
      <p:pic>
        <p:nvPicPr>
          <p:cNvPr id="4" name="Picture 3" descr="01_pca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3730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¿Qué significa cada componente?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Mirando las cargas le encontramos sentido a los 2 primeros</a:t>
            </a:r>
          </a:p>
        </p:txBody>
      </p:sp>
      <p:pic>
        <p:nvPicPr>
          <p:cNvPr id="4" name="Picture 3" descr="02_pca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400800" cy="47805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A23B72"/>
                </a:solidFill>
                <a:latin typeface="Calibri"/>
              </a:rPr>
              <a:t>PC1 – Severidad cardíaca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3317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Carga sobre oldpeak, exang, thal y ca.
Son todos hallazgos clínicos.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520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A23B72"/>
                </a:solidFill>
                <a:latin typeface="Calibri"/>
              </a:rPr>
              <a:t>PC2 – Perfil del paciente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0233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Carga sobre sex, chol y age.
Más un eje demográfico.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5212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E86AB"/>
                </a:solidFill>
                <a:latin typeface="Calibri"/>
              </a:rPr>
              <a:t>Reducción: de 13 a 8 variables (38% menos)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Selección de variables por correlación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Las 5 variables más correlacionadas con el target</a:t>
            </a:r>
          </a:p>
        </p:txBody>
      </p:sp>
      <p:pic>
        <p:nvPicPr>
          <p:cNvPr id="4" name="Picture 3" descr="03_correlacion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3369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828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A23B72"/>
                </a:solidFill>
                <a:latin typeface="Calibri"/>
              </a:rPr>
              <a:t>Top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E86AB"/>
                </a:solidFill>
                <a:latin typeface="Calibri"/>
              </a:rPr>
              <a:t>thal  (0.522)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Talasemia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880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E86AB"/>
                </a:solidFill>
                <a:latin typeface="Calibri"/>
              </a:rPr>
              <a:t>ca  (0.470)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Vasos fluoroscopia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383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E86AB"/>
                </a:solidFill>
                <a:latin typeface="Calibri"/>
              </a:rPr>
              <a:t>exang  (0.432)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Angina con ejercicio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E86AB"/>
                </a:solidFill>
                <a:latin typeface="Calibri"/>
              </a:rPr>
              <a:t>oldpeak  (0.430)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Depresión 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E86AB"/>
                </a:solidFill>
                <a:latin typeface="Calibri"/>
              </a:rPr>
              <a:t>thalach  (0.418)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389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222222"/>
                </a:solidFill>
                <a:latin typeface="Calibri"/>
              </a:rPr>
              <a:t>Frec. máx.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Los dos modelos que comparamos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Escogimos los dos primeros ejemplos que pone el profesor en la rúbrica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División 80/20 estratificada (random_state = 42)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Modelo 1: Regresión Logística (lineal, max_iter = 2000, features estandarizadas)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Modelo 2: Árbol de Decisión (no lineal, max_depth = 5, class_weight = 'balanced')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Métricas: accuracy, precision, recall, F1, ROC-AUC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Validación cruzada de 5 pliegues sobre el conjunto de entrenamiento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Resultados: matrices y curva ROC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La logística clasifica mejor en ambas clases y tiene mejor AUC</a:t>
            </a:r>
          </a:p>
        </p:txBody>
      </p:sp>
      <p:pic>
        <p:nvPicPr>
          <p:cNvPr id="4" name="Picture 3" descr="04_matrice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6949440" cy="2775189"/>
          </a:xfrm>
          <a:prstGeom prst="rect">
            <a:avLst/>
          </a:prstGeom>
        </p:spPr>
      </p:pic>
      <p:pic>
        <p:nvPicPr>
          <p:cNvPr id="5" name="Picture 4" descr="05_curva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554480"/>
            <a:ext cx="4389120" cy="37417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Comparación de las 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La logística gana en las 5 métricas + es más estable en CV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78308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Reg. Logística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Árbol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Ganador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0.9286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0.9535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CV-Accuracy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0.83 ± 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0.72 ± 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Logística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Algo interesante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Los modelos coinciden en qué variables son las más importantes</a:t>
            </a:r>
          </a:p>
        </p:txBody>
      </p:sp>
      <p:pic>
        <p:nvPicPr>
          <p:cNvPr id="4" name="Picture 3" descr="07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849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2E86AB"/>
                </a:solidFill>
                <a:latin typeface="Calibri"/>
              </a:rPr>
              <a:t>Conclusiones y lo que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A23B72"/>
                </a:solidFill>
                <a:latin typeface="Calibri"/>
              </a:rPr>
              <a:t>Lo que aprendimos y lo que haríamos diferente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Con PCA pudimos reducir de 13 a 8 variables (38% menos) y mantener el 80% de la varianza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Las 5 variables del filtro coinciden con lo que dice la literatura médica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La Regresión Logística ganó: accuracy 0.85, F1 0.85, ROC-AUC 0.95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El preprocesamiento del Entregable 1 sí impactó el resultado final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Trabajo futuro: probar con Random Forest, validar en otros datasets (Hungarian, Switzerland)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Código publicado en GitHub: github.com/JAAM010/seminario-datos-heart-disease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2E86AB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